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Canva Sans Bold" charset="1" panose="020B0803030501040103"/>
      <p:regular r:id="rId10"/>
    </p:embeddedFont>
    <p:embeddedFont>
      <p:font typeface="Canva Sans" charset="1" panose="020B0503030501040103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0667" y="2895345"/>
            <a:ext cx="16886666" cy="2388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3"/>
              </a:lnSpc>
            </a:pPr>
            <a:r>
              <a:rPr lang="en-US" b="true" sz="685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Analysis of Social Barriers, Digital Access, and Internal Bottlenecks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18658" y="5700547"/>
            <a:ext cx="16886666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Immortal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8658" y="6661810"/>
            <a:ext cx="16886666" cy="140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Hillal Hariyono,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Hans Richard Djojosantoso,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Ryan Christopher Setiawan, 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Vinson Nicholas Sorensen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16000" y="172074"/>
            <a:ext cx="4866398" cy="2719100"/>
          </a:xfrm>
          <a:custGeom>
            <a:avLst/>
            <a:gdLst/>
            <a:ahLst/>
            <a:cxnLst/>
            <a:rect r="r" b="b" t="t" l="l"/>
            <a:pathLst>
              <a:path h="2719100" w="4866398">
                <a:moveTo>
                  <a:pt x="0" y="0"/>
                </a:moveTo>
                <a:lnTo>
                  <a:pt x="4866398" y="0"/>
                </a:lnTo>
                <a:lnTo>
                  <a:pt x="4866398" y="2719101"/>
                </a:lnTo>
                <a:lnTo>
                  <a:pt x="0" y="2719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810" y="0"/>
            <a:ext cx="9270654" cy="4507856"/>
          </a:xfrm>
          <a:custGeom>
            <a:avLst/>
            <a:gdLst/>
            <a:ahLst/>
            <a:cxnLst/>
            <a:rect r="r" b="b" t="t" l="l"/>
            <a:pathLst>
              <a:path h="4507856" w="9270654">
                <a:moveTo>
                  <a:pt x="0" y="0"/>
                </a:moveTo>
                <a:lnTo>
                  <a:pt x="9270654" y="0"/>
                </a:lnTo>
                <a:lnTo>
                  <a:pt x="9270654" y="4507856"/>
                </a:lnTo>
                <a:lnTo>
                  <a:pt x="0" y="4507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03371" y="172074"/>
            <a:ext cx="4012629" cy="3421854"/>
          </a:xfrm>
          <a:custGeom>
            <a:avLst/>
            <a:gdLst/>
            <a:ahLst/>
            <a:cxnLst/>
            <a:rect r="r" b="b" t="t" l="l"/>
            <a:pathLst>
              <a:path h="3421854" w="4012629">
                <a:moveTo>
                  <a:pt x="0" y="0"/>
                </a:moveTo>
                <a:lnTo>
                  <a:pt x="4012629" y="0"/>
                </a:lnTo>
                <a:lnTo>
                  <a:pt x="4012629" y="3421854"/>
                </a:lnTo>
                <a:lnTo>
                  <a:pt x="0" y="34218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771" r="-12279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48151" y="4765923"/>
            <a:ext cx="9417616" cy="5521077"/>
          </a:xfrm>
          <a:custGeom>
            <a:avLst/>
            <a:gdLst/>
            <a:ahLst/>
            <a:cxnLst/>
            <a:rect r="r" b="b" t="t" l="l"/>
            <a:pathLst>
              <a:path h="5521077" w="9417616">
                <a:moveTo>
                  <a:pt x="0" y="0"/>
                </a:moveTo>
                <a:lnTo>
                  <a:pt x="9417615" y="0"/>
                </a:lnTo>
                <a:lnTo>
                  <a:pt x="9417615" y="5521077"/>
                </a:lnTo>
                <a:lnTo>
                  <a:pt x="0" y="552107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69464" y="4914865"/>
            <a:ext cx="9123481" cy="5223193"/>
          </a:xfrm>
          <a:custGeom>
            <a:avLst/>
            <a:gdLst/>
            <a:ahLst/>
            <a:cxnLst/>
            <a:rect r="r" b="b" t="t" l="l"/>
            <a:pathLst>
              <a:path h="5223193" w="9123481">
                <a:moveTo>
                  <a:pt x="0" y="0"/>
                </a:moveTo>
                <a:lnTo>
                  <a:pt x="9123481" y="0"/>
                </a:lnTo>
                <a:lnTo>
                  <a:pt x="9123481" y="5223193"/>
                </a:lnTo>
                <a:lnTo>
                  <a:pt x="0" y="52231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-55079"/>
            <a:ext cx="11301259" cy="5198579"/>
          </a:xfrm>
          <a:custGeom>
            <a:avLst/>
            <a:gdLst/>
            <a:ahLst/>
            <a:cxnLst/>
            <a:rect r="r" b="b" t="t" l="l"/>
            <a:pathLst>
              <a:path h="5198579" w="11301259">
                <a:moveTo>
                  <a:pt x="0" y="0"/>
                </a:moveTo>
                <a:lnTo>
                  <a:pt x="11301258" y="0"/>
                </a:lnTo>
                <a:lnTo>
                  <a:pt x="11301258" y="5198579"/>
                </a:lnTo>
                <a:lnTo>
                  <a:pt x="0" y="519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587229" y="5173180"/>
            <a:ext cx="11301259" cy="5113820"/>
          </a:xfrm>
          <a:custGeom>
            <a:avLst/>
            <a:gdLst/>
            <a:ahLst/>
            <a:cxnLst/>
            <a:rect r="r" b="b" t="t" l="l"/>
            <a:pathLst>
              <a:path h="5113820" w="11301259">
                <a:moveTo>
                  <a:pt x="0" y="0"/>
                </a:moveTo>
                <a:lnTo>
                  <a:pt x="11301259" y="0"/>
                </a:lnTo>
                <a:lnTo>
                  <a:pt x="11301259" y="5113820"/>
                </a:lnTo>
                <a:lnTo>
                  <a:pt x="0" y="5113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028744" cy="5909608"/>
          </a:xfrm>
          <a:custGeom>
            <a:avLst/>
            <a:gdLst/>
            <a:ahLst/>
            <a:cxnLst/>
            <a:rect r="r" b="b" t="t" l="l"/>
            <a:pathLst>
              <a:path h="5909608" w="14028744">
                <a:moveTo>
                  <a:pt x="0" y="0"/>
                </a:moveTo>
                <a:lnTo>
                  <a:pt x="14028744" y="0"/>
                </a:lnTo>
                <a:lnTo>
                  <a:pt x="14028744" y="5909608"/>
                </a:lnTo>
                <a:lnTo>
                  <a:pt x="0" y="59096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112188"/>
            <a:ext cx="8978089" cy="4174812"/>
          </a:xfrm>
          <a:custGeom>
            <a:avLst/>
            <a:gdLst/>
            <a:ahLst/>
            <a:cxnLst/>
            <a:rect r="r" b="b" t="t" l="l"/>
            <a:pathLst>
              <a:path h="4174812" w="8978089">
                <a:moveTo>
                  <a:pt x="0" y="0"/>
                </a:moveTo>
                <a:lnTo>
                  <a:pt x="8978089" y="0"/>
                </a:lnTo>
                <a:lnTo>
                  <a:pt x="8978089" y="4174812"/>
                </a:lnTo>
                <a:lnTo>
                  <a:pt x="0" y="41748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06700" y="5909608"/>
            <a:ext cx="8781300" cy="4478463"/>
          </a:xfrm>
          <a:custGeom>
            <a:avLst/>
            <a:gdLst/>
            <a:ahLst/>
            <a:cxnLst/>
            <a:rect r="r" b="b" t="t" l="l"/>
            <a:pathLst>
              <a:path h="4478463" w="8781300">
                <a:moveTo>
                  <a:pt x="0" y="0"/>
                </a:moveTo>
                <a:lnTo>
                  <a:pt x="8781300" y="0"/>
                </a:lnTo>
                <a:lnTo>
                  <a:pt x="8781300" y="4478464"/>
                </a:lnTo>
                <a:lnTo>
                  <a:pt x="0" y="4478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DAHIh45ljco</dc:identifier>
  <dcterms:modified xsi:type="dcterms:W3CDTF">2011-08-01T06:04:30Z</dcterms:modified>
  <cp:revision>1</cp:revision>
  <dc:title>ASA datafest</dc:title>
</cp:coreProperties>
</file>